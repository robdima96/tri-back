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3DE1-90E4-0AE9-C08F-8154B05AE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78EA0-E07C-E11F-8A3B-8DDAEFBBB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6D7B-BED1-A7D4-0A3E-F04493A3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8ABA0-F9EF-E411-DEF9-7588DD89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2828-F610-C7A7-A430-BD6D6B70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35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3186-87F8-234E-129B-259CCCFF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12098-71E9-0EF4-DB20-F7DBBD291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D2459-087B-B2B2-96E1-FD9F327A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5FDB-C7CB-DB0F-685C-650EA860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CB549-A9B8-27B2-4D13-63564777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221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F63A-C8C1-12DB-BC3C-D885F1AE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CDDC2-1032-081A-76BA-C9D7459A3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3BEF-5198-D099-E192-A82AFF25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AB0C1-9336-85C4-DC96-B7470157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0155-58C3-1D5B-D8F9-B7AB51D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62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15F0-A662-5199-E2D9-69E5117D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C134-B80F-0E37-8083-22F32A7E3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EDAD2-6910-D0B4-6D77-AB66982CD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E2042-B309-75AD-31F8-5DBC213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AB8A6-6C92-F19B-BF51-9DECE25B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9AF03-D1DD-14BF-DB8A-6B592271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122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164A-8777-ECD5-DDF7-5DF0136C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5BA93-3377-667C-C824-DF9FE67A5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8500F-DA96-0000-38E4-BD02B9AAF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21F74-864A-DE38-F799-947B1229A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4C3DF-36D4-A101-DB23-9F833C36E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CDC95-195D-B123-47E5-13179189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5FAE7-BB46-AAFE-3D27-C8FAC946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483E7-B3FD-34ED-3217-8ABA651A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402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BC7D-2AFF-33D8-90D9-FC1195C0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0F256-F17C-94EE-6111-75D0A136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5954D-BF0A-DE25-96E9-0014EE6E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68221-E5FE-E706-FEAD-EB18BA30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32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9C208-4A25-E9C3-EE53-00496CA8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27AE3-7115-C050-1647-E1A8968F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31E0C-7A55-9DEE-7F1E-D7A9F898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948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BD1F-B320-88F5-AD1F-152934D2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8F28B-0431-8F6B-3B2C-EC6B6A28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FE750-6CEE-3FDE-7F51-9C5D59278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0D536-EED3-2437-9E76-D92445B3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D8C31-2445-72B4-7FD5-35C338BE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F73D-44D3-EB1A-C729-31596CA3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808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CF6F-9873-48C3-0D3C-6274396D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694F8-1902-7FAD-591F-7A5DFB97D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CBBB1-3AE2-0368-E219-7657D31CE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295E9-BB3C-019F-A8D4-0A23912B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28E60-C6CE-E380-60D7-23227317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5BAB5-EFFB-0A58-9565-0D344115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152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7B45-A2F6-6600-33D7-0B8FF894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7CE12-7BAC-4386-E3EE-C4EED15E9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46D83-ECBA-5872-ED2D-378F6E47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E259-E8CC-9A2C-4D6B-3DBF1AE9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A7685-CDCB-C7C9-B3C6-D97D6FF9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318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D48B32-80B7-69CA-A3F2-AB0A711EA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E592E-18A2-AA58-CB83-850166F53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B5FB-64BD-A8F9-F45B-9ECB2EEF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A7FCC-67D2-D021-A12A-54939418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C1B6-81A4-B062-D2EB-D4FF12A6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111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59846-58D5-1782-EAB6-0F47F188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D7F14-2CAB-5C39-4A65-20A461F7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F440-C42B-5209-6FCF-A54CC63E5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B582C-2F15-4EB2-B688-C87800C7019E}" type="datetimeFigureOut">
              <a:rPr lang="en-CA" smtClean="0"/>
              <a:t>2026-08-05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E129C-8520-F95B-E9F6-92101F975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09FC7-6D26-43D1-CF9B-8977C6686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D4543-7893-44BD-84D7-A5C7D5BA93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893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dima96/DigiMSKbo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igimsk-study-7303486748.us-central1.run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735F98-5A4E-6DB1-D193-A68FEAF6682D}"/>
              </a:ext>
            </a:extLst>
          </p:cNvPr>
          <p:cNvSpPr txBox="1"/>
          <p:nvPr/>
        </p:nvSpPr>
        <p:spPr>
          <a:xfrm>
            <a:off x="393573" y="448437"/>
            <a:ext cx="1140485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DigiMSK chatbot now deployed on </a:t>
            </a:r>
            <a:r>
              <a:rPr lang="en-CA" b="1" dirty="0"/>
              <a:t>Cloud Run </a:t>
            </a:r>
            <a:r>
              <a:rPr lang="en-CA" dirty="0"/>
              <a:t>(Cloud Build + </a:t>
            </a:r>
            <a:r>
              <a:rPr lang="en-CA" dirty="0" err="1"/>
              <a:t>Dockerfiles</a:t>
            </a:r>
            <a:r>
              <a:rPr lang="en-CA" dirty="0"/>
              <a:t> on Git push) in the funded GCP project. </a:t>
            </a:r>
          </a:p>
          <a:p>
            <a:r>
              <a:rPr lang="en-CA" dirty="0"/>
              <a:t>Delivers a </a:t>
            </a:r>
            <a:r>
              <a:rPr lang="en-CA" b="1" dirty="0"/>
              <a:t>cloud-hosted stable HTTPS </a:t>
            </a:r>
            <a:r>
              <a:rPr lang="en-CA" dirty="0"/>
              <a:t>website for the study UI, which interacts with bot backend via API.</a:t>
            </a:r>
          </a:p>
          <a:p>
            <a:r>
              <a:rPr lang="en-CA" dirty="0"/>
              <a:t>Models &amp; RAG (knowledge graph) mounted to </a:t>
            </a:r>
            <a:r>
              <a:rPr lang="en-CA" b="1" dirty="0"/>
              <a:t>Google Cloud Storage (GCS)</a:t>
            </a:r>
            <a:r>
              <a:rPr lang="en-CA" dirty="0"/>
              <a:t>- session logs (.</a:t>
            </a:r>
            <a:r>
              <a:rPr lang="en-CA" dirty="0" err="1"/>
              <a:t>json</a:t>
            </a:r>
            <a:r>
              <a:rPr lang="en-CA" dirty="0"/>
              <a:t>) written </a:t>
            </a:r>
            <a:r>
              <a:rPr lang="en-CA"/>
              <a:t>to same.</a:t>
            </a:r>
            <a:endParaRPr lang="en-CA" dirty="0"/>
          </a:p>
          <a:p>
            <a:r>
              <a:rPr lang="en-CA" b="1" dirty="0"/>
              <a:t>Request-based billing</a:t>
            </a:r>
            <a:r>
              <a:rPr lang="en-CA" dirty="0"/>
              <a:t>- charged only when processing requests. Cloud CPU is limited outside of requests.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i="1" u="sng" dirty="0"/>
              <a:t>Two Services (VPS)</a:t>
            </a:r>
            <a:endParaRPr lang="en-US" i="1" u="sng" dirty="0"/>
          </a:p>
          <a:p>
            <a:r>
              <a:rPr lang="en-US" dirty="0"/>
              <a:t>1. User-facing  app- </a:t>
            </a:r>
            <a:r>
              <a:rPr lang="en-US" b="1" dirty="0"/>
              <a:t>public</a:t>
            </a:r>
            <a:r>
              <a:rPr lang="en-US" dirty="0"/>
              <a:t> Cloud Run service (browser-facing)</a:t>
            </a:r>
          </a:p>
          <a:p>
            <a:r>
              <a:rPr lang="en-CA" dirty="0"/>
              <a:t>	↓ </a:t>
            </a:r>
            <a:r>
              <a:rPr lang="en-CA" i="1" dirty="0"/>
              <a:t>checks unique API key and token rate</a:t>
            </a:r>
            <a:endParaRPr lang="en-US" i="1" dirty="0"/>
          </a:p>
          <a:p>
            <a:r>
              <a:rPr lang="en-US" dirty="0"/>
              <a:t>2. DigiMSK chatbot </a:t>
            </a:r>
            <a:r>
              <a:rPr lang="en-US" dirty="0" err="1"/>
              <a:t>FastAPI</a:t>
            </a:r>
            <a:r>
              <a:rPr lang="en-US" dirty="0"/>
              <a:t>- </a:t>
            </a:r>
            <a:r>
              <a:rPr lang="en-US" b="1" dirty="0"/>
              <a:t>private (authenticated) </a:t>
            </a:r>
            <a:r>
              <a:rPr lang="en-US" dirty="0"/>
              <a:t>Cloud Run service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70AE6-6894-102E-FA60-55EA2AAD6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720" y="1679608"/>
            <a:ext cx="5505346" cy="3670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76DE93-D808-94DB-4C0F-D50A590001A8}"/>
              </a:ext>
            </a:extLst>
          </p:cNvPr>
          <p:cNvSpPr txBox="1"/>
          <p:nvPr/>
        </p:nvSpPr>
        <p:spPr>
          <a:xfrm>
            <a:off x="602742" y="2529839"/>
            <a:ext cx="3569208" cy="196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GitHub repository</a:t>
            </a:r>
          </a:p>
          <a:p>
            <a:r>
              <a:rPr lang="en-US" sz="1400" dirty="0">
                <a:hlinkClick r:id="rId3"/>
              </a:rPr>
              <a:t>https://github.com/robdima96/DigiMSKbot</a:t>
            </a:r>
            <a:r>
              <a:rPr lang="en-US" sz="1400" dirty="0"/>
              <a:t> </a:t>
            </a:r>
          </a:p>
          <a:p>
            <a:r>
              <a:rPr lang="en-US" i="1" dirty="0"/>
              <a:t>3 apps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Bot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Prototype chat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Testing app (dev)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CF32CA-53D9-5B4E-6443-BE148DE3FBDA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4171950" y="3514724"/>
            <a:ext cx="4457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4D78E0-D84C-1200-2A40-9C2FD74DCE32}"/>
              </a:ext>
            </a:extLst>
          </p:cNvPr>
          <p:cNvSpPr txBox="1"/>
          <p:nvPr/>
        </p:nvSpPr>
        <p:spPr>
          <a:xfrm>
            <a:off x="7980807" y="5934679"/>
            <a:ext cx="3981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linkClick r:id="rId4"/>
              </a:rPr>
              <a:t>https://digimsk-study-7303486748.us-central1.run.app/</a:t>
            </a:r>
            <a:r>
              <a:rPr lang="en-CA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09B71-C3D3-532B-2116-D542E690B198}"/>
              </a:ext>
            </a:extLst>
          </p:cNvPr>
          <p:cNvSpPr txBox="1"/>
          <p:nvPr/>
        </p:nvSpPr>
        <p:spPr>
          <a:xfrm>
            <a:off x="7980807" y="5568696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Stable URL</a:t>
            </a:r>
            <a:endParaRPr lang="en-CA" u="sng" dirty="0"/>
          </a:p>
        </p:txBody>
      </p:sp>
    </p:spTree>
    <p:extLst>
      <p:ext uri="{BB962C8B-B14F-4D97-AF65-F5344CB8AC3E}">
        <p14:creationId xmlns:p14="http://schemas.microsoft.com/office/powerpoint/2010/main" val="364339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153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Dima</dc:creator>
  <cp:lastModifiedBy>Robert Dima</cp:lastModifiedBy>
  <cp:revision>8</cp:revision>
  <dcterms:created xsi:type="dcterms:W3CDTF">2026-08-04T21:10:00Z</dcterms:created>
  <dcterms:modified xsi:type="dcterms:W3CDTF">2026-08-05T21:11:04Z</dcterms:modified>
</cp:coreProperties>
</file>