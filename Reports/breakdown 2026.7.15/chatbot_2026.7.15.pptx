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74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0526-30FC-3801-0AFE-475881F93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84F05-7858-F083-9152-8AB99E9D5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EFA13-070C-6EF8-97BA-4B434D55A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12564-D02E-577A-34A4-606DBCBA9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193E3-CCCD-1CA5-8327-6FC1B3B2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259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D263-4DFD-62DF-07D4-B082314E4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0897-3B3F-8D2F-6F39-7492962E5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1B9FA-F1DB-DA1C-54F5-04DA1002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36704-D60F-82FF-265A-3EB3F18C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87E12-67DC-AE23-508C-B7077D62A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21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EC20-DEC1-2F3E-298D-857FF2EF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B6BEF-9AC7-B92B-72B9-9EB2A197D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C5F46-6DB5-AA59-12D2-FF7941D4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B3F96-2946-3F28-FD7D-49A30BC85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A1F54-1880-BE45-8742-C7EF1148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615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39DF-536F-03B1-4D78-66A16AC0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6D2EB-A803-F71F-BB43-ED48CFCD2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8BCF6-E73E-3931-B9B1-CD89114B3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6B224-6BFE-169D-9208-5BB8EA55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C7B31-B8BA-4FCF-8DFB-D68EA112D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9F8F5-1114-B3B0-5F9F-A0DECB59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83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5116-9EA1-5B70-204E-39A363634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3C7FD-5959-EC56-CF1B-59DEBA32E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7885F-1627-FE56-D137-5C025C402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678215-1F6F-D48B-F2F2-529A21C55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7015D-5F16-30A0-4F8C-A8CEEC3CA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5DD2B0-2B05-DEEF-1004-EF1C2E4FE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A0222D-40AC-8CA5-BA5E-609CB858D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83D597-38C5-3CD4-64B8-6CA9989B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460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E793-1CDF-7141-A122-51B37270E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AA0AA2-807C-37E1-2102-4CA1F795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7307C-BC1A-9993-AB04-A405F70B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C09FC-E6C2-E837-FCB1-748F6841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361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0FB7E-F6B0-0EF4-1056-66D6ED12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93D9F-BA3B-0295-CD9B-7C92D02E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0AED5-17F0-D22F-D946-EBD0247F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56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27A87-A9B2-4C9B-5BDB-41DF0184B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DC65C-6903-3EA4-73AC-8E000FEFA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78546-EE04-580E-7D74-E9C92A4FF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E59F7-575D-CFF0-595E-CB767933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A9A3F-7F68-7995-5481-2D963966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44AC2-8E33-1C7B-FD93-4C74678A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1533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FB0BC-7EB3-95E9-D0F9-F922F901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0604A-7416-B549-AD57-9C4DC8634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7351C-4A2F-BD74-6282-26BA783EC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4E13C-7FE4-84C2-C4A2-8BEF53D3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C369C-1BE7-33AE-ADAB-A076BB76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67780-557E-3DC1-805E-9285CDA7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203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63C5-2756-67FE-0238-B83ACDE1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89853-77CB-571D-A5EF-B7B1CCC6E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F33CC-986E-E949-365E-A6013E2A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27087-568F-33DA-7F5A-41D3185B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454A0-8391-E29A-1830-3FD84C21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409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BEC396-D1D8-4291-3FEA-317C4AB83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9FDF7-4308-8676-0BF2-8BE1D554A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CD080-D78F-26BF-A83E-3C80751F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D52E-CCB1-7D7F-F46C-EC0DE64D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2373A-40B3-FEC8-7AAB-203BCAB4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590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99304-ECE0-10F8-0399-B742FFC19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2A506-AA28-1957-CD19-680C4EE67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A4C01-186C-C19F-0DFE-1875EE214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4EACBA-BADB-4B6A-972F-13D80593F315}" type="datetimeFigureOut">
              <a:rPr lang="en-CA" smtClean="0"/>
              <a:t>2026-07-15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AD1C-EF08-F521-6A5E-ED4E9B69E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6AB89-3E4B-2B38-0A5C-E8F3569F6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2CA64-8FBD-44DB-9151-BE27950E9A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198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8F7786-ACA7-EC14-5371-B3D635043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57" y="637221"/>
            <a:ext cx="12293600" cy="553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9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9F82F-6F89-66E4-190F-2AAF4722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B7011-6528-824A-8C6A-874F2AB17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311" y="28100"/>
            <a:ext cx="7011378" cy="6801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C0CF2A-47B6-9E32-E2DB-38C8966362B4}"/>
              </a:ext>
            </a:extLst>
          </p:cNvPr>
          <p:cNvSpPr txBox="1"/>
          <p:nvPr/>
        </p:nvSpPr>
        <p:spPr>
          <a:xfrm>
            <a:off x="138313" y="176733"/>
            <a:ext cx="2351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Arm 1</a:t>
            </a:r>
          </a:p>
          <a:p>
            <a:endParaRPr lang="en-US" dirty="0"/>
          </a:p>
          <a:p>
            <a:r>
              <a:rPr lang="en-US" i="1" dirty="0"/>
              <a:t>No clinical reasoning (low transparency)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281025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7B5E-F852-77EA-F96B-5F4B693A1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F0584-D611-5594-3BCC-D043F222D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613" y="6188"/>
            <a:ext cx="6047335" cy="68485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C6B018-2926-F7DD-2565-CCAE80828535}"/>
              </a:ext>
            </a:extLst>
          </p:cNvPr>
          <p:cNvSpPr txBox="1"/>
          <p:nvPr/>
        </p:nvSpPr>
        <p:spPr>
          <a:xfrm>
            <a:off x="138313" y="176733"/>
            <a:ext cx="2351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Arm 2</a:t>
            </a:r>
          </a:p>
          <a:p>
            <a:endParaRPr lang="en-US" dirty="0"/>
          </a:p>
          <a:p>
            <a:r>
              <a:rPr lang="en-US" i="1" dirty="0"/>
              <a:t>CoT reasoning </a:t>
            </a:r>
          </a:p>
          <a:p>
            <a:r>
              <a:rPr lang="en-US" i="1" dirty="0"/>
              <a:t>(med transparency)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0921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1F9BE-2687-986C-22A1-E0C4D6679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401CA-1456-3882-CFC4-3059A4692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907" y="0"/>
            <a:ext cx="674618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B42FF3-B2E6-BE5C-70E4-F2E0A9A68545}"/>
              </a:ext>
            </a:extLst>
          </p:cNvPr>
          <p:cNvSpPr txBox="1"/>
          <p:nvPr/>
        </p:nvSpPr>
        <p:spPr>
          <a:xfrm>
            <a:off x="138313" y="176733"/>
            <a:ext cx="2351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Arm 3</a:t>
            </a:r>
          </a:p>
          <a:p>
            <a:endParaRPr lang="en-US" dirty="0"/>
          </a:p>
          <a:p>
            <a:r>
              <a:rPr lang="en-US" i="1" dirty="0"/>
              <a:t>Knowledge graph </a:t>
            </a:r>
          </a:p>
          <a:p>
            <a:r>
              <a:rPr lang="en-US" i="1" dirty="0"/>
              <a:t>(high transparency)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330349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Dima</dc:creator>
  <cp:lastModifiedBy>Robert Dima</cp:lastModifiedBy>
  <cp:revision>1</cp:revision>
  <dcterms:created xsi:type="dcterms:W3CDTF">2026-07-15T23:34:13Z</dcterms:created>
  <dcterms:modified xsi:type="dcterms:W3CDTF">2026-07-15T23:40:16Z</dcterms:modified>
</cp:coreProperties>
</file>